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D3787"/>
                </a:solidFill>
              </a:defRPr>
            </a:pPr>
            <a:r>
              <a:t>Dynamic Cost-Aware</a:t>
            </a:r>
            <a:br/>
            <a:r>
              <a:t>HEFT Scheduling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</a:defRPr>
            </a:pPr>
            <a:r>
              <a:t>Iterative Local Search + Dynamic Workload Adaptation + VM Cost Awareness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3246120" cy="12344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Base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Classical HEFT scheduling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+ IKHeft-style local refinement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160520"/>
            <a:ext cx="3246120" cy="12344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Novelty 1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Jointly consider makespan,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VM cost and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160520"/>
            <a:ext cx="3246120" cy="12344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Novelty 2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React to workload/VM changes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without full rescheduling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1. What we already 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The current project is a strong foundation, but Review 1 identified insufficient novelty.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48920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632"/>
                </a:solidFill>
              </a:defRPr>
            </a:pPr>
            <a:r>
              <a:t>• Workflow scheduling is modeled as a DAG of dependent tasks mapped to heterogeneous VMs.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632"/>
                </a:solidFill>
              </a:defRPr>
            </a:pPr>
            <a:r>
              <a:t>• The current objective is to minimize workflow makespan, with VM utilization as a secondary concern.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632"/>
                </a:solidFill>
              </a:defRPr>
            </a:pPr>
            <a:r>
              <a:t>• The planned implementation contains a random DAG generator, classical HEFT, local-search refinement, benchmarks, a backend API and a visual frontend.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632"/>
                </a:solidFill>
              </a:defRPr>
            </a:pPr>
            <a:r>
              <a:t>• The literature review identified HEFT as static and compared it with clustering, meta-heuristic and deep-learning approaches.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32632"/>
                </a:solidFill>
              </a:defRPr>
            </a:pPr>
            <a:r>
              <a:t>• The cited base paper proposes IKHeft: iterative perturbation of HEFT VM assignments using lightweight stochastic operators.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5074920"/>
            <a:ext cx="3474720" cy="868680"/>
          </a:xfrm>
          <a:prstGeom prst="roundRect">
            <a:avLst/>
          </a:prstGeom>
          <a:solidFill>
            <a:srgbClr val="FAF3E8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D27D2D"/>
                </a:solidFill>
              </a:defRPr>
            </a:pPr>
            <a:r>
              <a:t>Review 1 feedback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“Add novelty — this is very common.”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Why a cloud scheduler needs more than a one-time makespan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343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Static scheduling problem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A workflow DAG is known in advance.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Tasks have precedence constraints.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VMs are heterogeneous: different speeds and costs.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A schedule must minimize completion time while respecting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4343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Real cloud complication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Workload can change while execution is in progress.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VMs can become overloaded or underutilized.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Running everything on the fastest VM may reduce time but increase cost.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A previously good schedule may become inefficient.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474720" cy="43434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Our research question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Can we start with HEFT, refine it using lightweight local search, and then dynamically adapt the affected assignments when workload conditions change — while considering both performance and cloud cost?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3. Proposed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Dynamic Cost-Aware HEFT with Iterative Local Search (DCA-HEFT-ILS)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1600200" cy="2103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DAG + VM pool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Tasks, dependencies,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VM speed &amp; cost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907792"/>
            <a:ext cx="41148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1874519"/>
            <a:ext cx="1600200" cy="2103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Initial HEFT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Generate a valid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baseline schedule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907792"/>
            <a:ext cx="41148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874519"/>
            <a:ext cx="1600200" cy="2103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Local search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Mutation operators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improve the schedule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907792"/>
            <a:ext cx="41148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1874519"/>
            <a:ext cx="1600200" cy="2103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Cost-aware scoring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Makespan + cost +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utilization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2907792"/>
            <a:ext cx="411481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66760" y="1874519"/>
            <a:ext cx="1600200" cy="2103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Dynamic monitor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Detect workload/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VM changes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0" y="2907792"/>
            <a:ext cx="41148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378440" y="1874519"/>
            <a:ext cx="1600200" cy="2103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Selective re-opt.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Re-optimize affected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region, not everything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663440"/>
            <a:ext cx="6675120" cy="96012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Core idea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Keep HEFT’s interpretability and IKHeft-style lightweight refinement, but make the scheduler cloud-aware in cost and adaptive to changing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4. Where is the novelty?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The novelty is an extension of the current baseline, not a replacement of the entire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Novelty A — Multi-objective cloud awareness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Instead of optimizing makespan alone, evaluate a schedule using: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Makespan / completion time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Estimated VM execution cost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VM utilization / imbalance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The optimizer can prefer a slightly slower schedule when the cost saving is significant and the deadline/performance target remains acceptable.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Novelty B — Dynamic adaptation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Introduce runtime events in simulation: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New workload/tasks arrive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VM becomes slower/overloaded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VM becomes unavailable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Workload intensity changes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The scheduler detects a meaningful change and re-optimizes the affected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3474720" cy="452628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Novelty C — Lightweight selective repair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Do not rerun the entire scheduling pipeline after every change.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Identify affected tasks/VMs, freeze unaffected decisions, and run local search only on the impacted region.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This gives an additional metric: adaptation/recovery overhead.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End-to-end flow of the proposed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240280" cy="1051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Workflow input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DAG: tasks +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234440"/>
            <a:ext cx="2240280" cy="1051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VM input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VM speed, capacity,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234440"/>
            <a:ext cx="2240280" cy="1051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Runtime events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Load / availability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34440"/>
            <a:ext cx="3520440" cy="1051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Configuration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Weights, thresholds, iteration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2240280" cy="123444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1. HEFT Engine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Upward rank → task priority → insertion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788920"/>
            <a:ext cx="2240280" cy="123444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2. Local Search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Mutation → feasibility check → accept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88920"/>
            <a:ext cx="2240280" cy="123444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3. Cost Evaluator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Makespan + cost + utilization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2788920"/>
            <a:ext cx="2240280" cy="123444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4. Monitor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Detect significant runtime 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401568"/>
            <a:ext cx="41148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3401568"/>
            <a:ext cx="41148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49640" y="3401568"/>
            <a:ext cx="411479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4023360"/>
            <a:ext cx="0" cy="68580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011680" y="4709160"/>
            <a:ext cx="813816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23360" y="4572000"/>
            <a:ext cx="4114800" cy="1005840"/>
          </a:xfrm>
          <a:prstGeom prst="roundRect">
            <a:avLst/>
          </a:prstGeom>
          <a:solidFill>
            <a:srgbClr val="ECF7E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377D55"/>
                </a:solidFill>
              </a:defRPr>
            </a:pPr>
            <a:r>
              <a:t>5. Selective Re-optimization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Repair affected assignments and return an updated schedule.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6. Classical HEFT — our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We keep HEFT because it gives a transparent reference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667512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Input: workflow DAG, heterogeneous VM set, execution-time matrix and communication costs.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Calculate an upward-rank priority for each task using computation and downstream communication information.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Schedule higher-priority tasks first.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For each task, evaluate candidate VMs and insert the task at the earliest feasible slot while respecting predecessor completion and communication delay.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Output: a complete valid task-to-VM schedule and its makespan.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840480" cy="4114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Why HEFT stays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Simple and interpretable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Strong classical baseline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Produces a valid initial schedule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Makes improvement measurable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• Matches the project’s existing implementation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7. Iterative local-search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The current project already planned mutation-based refinement; we retain it as the optimization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286000" cy="11430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Start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HEFT schedule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847088"/>
            <a:ext cx="54864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1280160"/>
            <a:ext cx="2286000" cy="11430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Mutate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Move / swap / reassign selected task(s)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1847088"/>
            <a:ext cx="54864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55080" y="1280160"/>
            <a:ext cx="2286000" cy="11430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Validate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Check DAG precedence + VM feasibility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1080" y="1847088"/>
            <a:ext cx="54864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1280160"/>
            <a:ext cx="2286000" cy="11430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Score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Evaluate makespan + cost + utilization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78440" y="2423160"/>
            <a:ext cx="0" cy="73152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3154680"/>
            <a:ext cx="4754880" cy="132588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Accept / reject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Keep the candidate if it improves the objective or satisfies the chosen acceptance rule; otherwise retain the current schedule.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4480560"/>
            <a:ext cx="0" cy="41148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0" y="4892040"/>
            <a:ext cx="5669280" cy="914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Repeat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Stop at iteration budget, convergence, or no meaningful improvement.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8. Cost-aware objective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A transparent weighted score lets us control the trade-off between speed and cloud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572000" cy="18288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Proposed score</a:t>
            </a:r>
          </a:p>
          <a:p>
            <a:pPr>
              <a:spcAft>
                <a:spcPts val="400"/>
              </a:spcAft>
              <a:defRPr sz="2000">
                <a:solidFill>
                  <a:srgbClr val="232632"/>
                </a:solidFill>
              </a:defRPr>
            </a:pPr>
            <a:r>
              <a:t>Score(S) = α·NormMakespan(S) + β·NormCost(S) + γ·Imbalance(S)</a:t>
            </a:r>
          </a:p>
          <a:p>
            <a:pPr>
              <a:spcAft>
                <a:spcPts val="400"/>
              </a:spcAft>
              <a:defRPr sz="20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32632"/>
                </a:solidFill>
              </a:defRPr>
            </a:pPr>
            <a:r>
              <a:t>Lower score is better.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25880"/>
            <a:ext cx="539496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Meaning of each term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Makespan = workflow completion time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Cost = estimated VM usage cost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Imbalance = penalty for poor VM utilization / load distribution</a:t>
            </a:r>
          </a:p>
          <a:p>
            <a:pPr>
              <a:spcAft>
                <a:spcPts val="400"/>
              </a:spcAft>
              <a:defRPr sz="1700">
                <a:solidFill>
                  <a:srgbClr val="232632"/>
                </a:solidFill>
              </a:defRPr>
            </a:pPr>
            <a:r>
              <a:t>α, β, γ = configurable weights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315468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Why normalize?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Makespan and cost have different units/scales. Normalization prevents one term from automatically dominating the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520440"/>
            <a:ext cx="315468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Cloud interpretation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Fastest is not always best. A cheaper VM can win if it keeps the workflow within the acceptable performance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520440"/>
            <a:ext cx="347472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Experimental variants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Run multiple α/β/γ settings and report the trade-off between speed, cost and utilization instead of hiding it inside one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9. Dynamic workload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This is the second major novelty: the environment can change after the initial schedule is created.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6916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Event A: Task burst / new tasks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Additional ready tasks increase workload.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Scheduler should detect whether the change is large enough to trigger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57800" cy="16916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Event B: VM slowdown / overload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Execution time on a VM increases.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Scheduler should detect whether the change is large enough to trigger repair.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5257800" cy="16916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Event C: VM failure / removal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A VM becomes unavailable for future tasks.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Scheduler should detect whether the change is large enough to trigger repair.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83280"/>
            <a:ext cx="5257800" cy="16916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Event D: Load recovery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A previously overloaded VM becomes available again.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Scheduler should detect whether the change is large enough to trigger repair.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486400"/>
            <a:ext cx="6675120" cy="685800"/>
          </a:xfrm>
          <a:prstGeom prst="roundRect">
            <a:avLst/>
          </a:prstGeom>
          <a:solidFill>
            <a:srgbClr val="FAF3E8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D27D2D"/>
                </a:solidFill>
              </a:defRPr>
            </a:pPr>
            <a:r>
              <a:t>Important design choice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The simulation changes the environment deliberately; it does not claim to predict real cloud telemetry.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10. Selective dynamic re-optimization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The key idea is to repair what changed while avoiding unnecessary full rescheduling.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743200" cy="4389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Step 1 — Detect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Compare current environment with the previous state.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Trigger repair when a threshold is crossed, e.g. VM slowdown, overload, failure, or significant workload increase.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25880"/>
            <a:ext cx="2743200" cy="4389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Step 2 — Identify affected region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Find tasks assigned to the affected VM and their relevant successors/predecessors.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Freeze unaffected tasks where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25880"/>
            <a:ext cx="2743200" cy="43891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Step 3 — Repair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Generate local mutations for affected tasks.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Check precedence and communication constraints.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Use the multi-objective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325880"/>
            <a:ext cx="2240280" cy="438912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Step 4 — Compare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Measure: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New makespan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New cost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Utilization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Adaptation time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Number of moved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11. What exactly will we compare?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The experiment should prove both the original improvement and the new cloud-aware contribution.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291840" cy="594360"/>
          </a:xfrm>
          <a:prstGeom prst="rect">
            <a:avLst/>
          </a:prstGeom>
          <a:solidFill>
            <a:srgbClr val="2D37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417320"/>
            <a:ext cx="1554480" cy="594360"/>
          </a:xfrm>
          <a:prstGeom prst="rect">
            <a:avLst/>
          </a:prstGeom>
          <a:solidFill>
            <a:srgbClr val="2D37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417320"/>
            <a:ext cx="2011680" cy="594360"/>
          </a:xfrm>
          <a:prstGeom prst="rect">
            <a:avLst/>
          </a:prstGeom>
          <a:solidFill>
            <a:srgbClr val="2D37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Cost-aware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17320"/>
            <a:ext cx="1645920" cy="594360"/>
          </a:xfrm>
          <a:prstGeom prst="rect">
            <a:avLst/>
          </a:prstGeom>
          <a:solidFill>
            <a:srgbClr val="2D37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Dynamic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417320"/>
            <a:ext cx="2103120" cy="594360"/>
          </a:xfrm>
          <a:prstGeom prst="rect">
            <a:avLst/>
          </a:prstGeom>
          <a:solidFill>
            <a:srgbClr val="2D37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Selective repair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329184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HEFT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011680"/>
            <a:ext cx="155448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011680"/>
            <a:ext cx="201168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011680"/>
            <a:ext cx="164592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210312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3291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Local-search / IKHeft-style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606040"/>
            <a:ext cx="15544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60604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606040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606040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00400"/>
            <a:ext cx="329184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Proposed DCA-HEFT-ILS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3200400"/>
            <a:ext cx="155448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200400"/>
            <a:ext cx="201168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200400"/>
            <a:ext cx="164592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3200400"/>
            <a:ext cx="2103120" cy="594360"/>
          </a:xfrm>
          <a:prstGeom prst="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632"/>
                </a:solidFill>
              </a:defRPr>
            </a:pPr>
            <a: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886200"/>
            <a:ext cx="516636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Static experiments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Same DAG and VM pool.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Measure whether local search improves HEFT and whether cost-awareness changes the speed/cost trade-off.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516636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Dynamic experiments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Introduce controlled runtime events.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Measure whether the proposed method recovers performance/cost with lower re-optimization overhead than full rescheduling.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12.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These metrics directly map to the project objectives.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60604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Makespan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Total workflow completion time. Lower is better.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260604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Estimated cloud cost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VM usage cost accumulated over execution. Lower is better.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260604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VM utilization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How effectively VM capacity is used. Higher / better balanced is preferred.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325880"/>
            <a:ext cx="2606040" cy="18288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Cost–performance trade-off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How much cost is saved for a given performance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2606040" cy="18288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Adaptation time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Time spent finding a repaired schedule after a runtime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566160"/>
            <a:ext cx="2606040" cy="18288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Rescheduling overhead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How much additional computation the adaptive scheduler performs.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566160"/>
            <a:ext cx="2606040" cy="18288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Task movement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Number / percentage of assignments changed during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566160"/>
            <a:ext cx="2606040" cy="18288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Feasibility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All precedence and communication constraints remain satisfied.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13.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A reproducible simulator-based study keeps the project feasible within a course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257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Generate multiple DAG workloads with different task counts, dependency densities and computation characteristics.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Generate heterogeneous VM pools with different execution speeds and cost rates.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Run HEFT first to establish a baseline.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Run local-search refinement using the same initial workflow and VM pool.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Run the proposed cost-aware version under multiple objective-weight settings.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Inject controlled dynamic events at defined points during simulated execution.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Compare selective repair against the unchanged schedule and, where feasible, full re-scheduling.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Repeat experiments with multiple random seeds and report averages plus representative 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14. 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Build on the existing Python + API + dashboard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743200" cy="4480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Simulation layer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Python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DAG generator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VM/workload generator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HEFT implementation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Local-search engine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Cost model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Dynamic event simulator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Metrics collector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2743200" cy="448056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Optimization layer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Core modules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Schedule representation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Mutation operators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Feasibility checker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Objective evaluator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Event detector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Affected-task detector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• Selective repair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325880"/>
            <a:ext cx="2331720" cy="4480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Backend API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FastAPI / Flask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Endpoints can accept: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DAG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VM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weights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event settings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Return schedules +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325880"/>
            <a:ext cx="2514600" cy="4480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Interactive dashboard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DAG view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Gantt chart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Makespan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Cost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Utilization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Before/after schedule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• Dynamic event 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15. Example scenario for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A simple story makes the novelty easy to explain during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743200" cy="44805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Initial state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Workflow has 20 tasks.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VM-A: fast, expensive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VM-B: medium, moderate cost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VM-C: slower, cheap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HEFT produces a valid schedule.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Local search improves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37560" y="3566160"/>
            <a:ext cx="54864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31920" y="1325880"/>
            <a:ext cx="2743200" cy="4480560"/>
          </a:xfrm>
          <a:prstGeom prst="roundRect">
            <a:avLst/>
          </a:prstGeom>
          <a:solidFill>
            <a:srgbClr val="FAF3E8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D27D2D"/>
                </a:solidFill>
              </a:defRPr>
            </a:pPr>
            <a:r>
              <a:t>Runtime event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VM-A becomes overloaded.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Its effective execution time increases.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The old schedule is now inefficient.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A static scheduler would keep the old decision unless the whole workflow is rescheduled.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0" y="3566160"/>
            <a:ext cx="54864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9480" y="1325880"/>
            <a:ext cx="2743200" cy="448056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Our response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Detect the event.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Identify affected tasks.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Try alternative VM assignments using local mutations.</a:t>
            </a: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32632"/>
                </a:solidFill>
              </a:defRPr>
            </a:pPr>
            <a:r>
              <a:t>Use makespan + cost + utilization to choose the repaired schedule.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12680" y="3566160"/>
            <a:ext cx="548640" cy="0"/>
          </a:xfrm>
          <a:prstGeom prst="line">
            <a:avLst/>
          </a:prstGeom>
          <a:ln w="31750">
            <a:solidFill>
              <a:srgbClr val="2D3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607040" y="1325880"/>
            <a:ext cx="1051560" cy="4480560"/>
          </a:xfrm>
          <a:prstGeom prst="roundRect">
            <a:avLst/>
          </a:prstGeom>
          <a:solidFill>
            <a:srgbClr val="ECF7E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377D55"/>
                </a:solidFill>
              </a:defRPr>
            </a:pPr>
            <a:r>
              <a:t>Result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Updated schedule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Lower predicted delay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+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Controlled cost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+</a:t>
            </a: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632"/>
                </a:solidFill>
              </a:defRPr>
            </a:pPr>
            <a:r>
              <a:t>Less unnecessary 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16. Expected outcomes /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What we should be able to demonstrate at the final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120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working simulator that reproduces classical HEFT scheduling.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local-search optimizer that can measurably improve the HEFT baseline on selected workloads.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cost-aware objective that exposes the trade-off between completion time and estimated VM cost.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dynamic workload simulator that injects controlled changes into the environment.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selective re-optimization module that repairs affected assignments after a runtime event.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benchmark report comparing HEFT, the local-search baseline and the proposed DCA-HEFT-ILS approach.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An interactive dashboard with Gantt charts and before/after metrics.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32632"/>
                </a:solidFill>
              </a:defRPr>
            </a:pPr>
            <a:r>
              <a:t>• A clear ablation study showing the contribution of cost-awareness and dynamic adaptation separately.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17. Updated work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Suggested implementation order so the novelty is added without destabilizing the existing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606040" cy="2057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1. DAG + VM generator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Create reproducible workflows and heterogeneous VM pools.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34440"/>
            <a:ext cx="2606040" cy="20574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2. Classical HEFT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Validate against small hand-checkable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2606040" cy="2057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3. Local search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Implement mutation operators + feasibility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606040" cy="20574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4. Cost model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Add VM price/rate and schedule cost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57600"/>
            <a:ext cx="2606040" cy="2057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5. Multi-objective score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Normalize makespan, cost and utilization/imbalance.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657600"/>
            <a:ext cx="2606040" cy="20574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6. Dynamic simulator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Inject workload and VM state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657600"/>
            <a:ext cx="2606040" cy="205740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7. Selective repair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Detect affected tasks and re-optimize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657600"/>
            <a:ext cx="2606040" cy="205740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8. Benchmark + dashboard</a:t>
            </a:r>
          </a:p>
          <a:p>
            <a:pPr>
              <a:spcAft>
                <a:spcPts val="400"/>
              </a:spcAft>
              <a:defRPr sz="1400">
                <a:solidFill>
                  <a:srgbClr val="232632"/>
                </a:solidFill>
              </a:defRPr>
            </a:pPr>
            <a:r>
              <a:t>Compare methods and visualize Gantt/metrics.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3787"/>
                </a:solidFill>
              </a:defRPr>
            </a:pPr>
            <a:r>
              <a:t>18. One-slide novelty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50876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What existing baseline does</a:t>
            </a:r>
          </a:p>
          <a:p>
            <a:pPr>
              <a:spcAft>
                <a:spcPts val="400"/>
              </a:spcAft>
              <a:defRPr sz="1800">
                <a:solidFill>
                  <a:srgbClr val="232632"/>
                </a:solidFill>
              </a:defRPr>
            </a:pPr>
            <a:r>
              <a:t>HEFT gives a static schedule; lightweight local search can refine the assignment. Our project retains this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10698480" cy="150876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What our project adds</a:t>
            </a:r>
          </a:p>
          <a:p>
            <a:pPr>
              <a:spcAft>
                <a:spcPts val="400"/>
              </a:spcAft>
              <a:defRPr sz="1800">
                <a:solidFill>
                  <a:srgbClr val="232632"/>
                </a:solidFill>
              </a:defRPr>
            </a:pPr>
            <a:r>
              <a:t>We introduce a dynamic, cost-aware extension: the scheduler evaluates makespan, estimated VM cost and utilization, detects runtime changes, and selectively re-optimizes affected tasks instead of blindly rebuilding the complete schedule.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5349240"/>
            <a:ext cx="8869680" cy="685800"/>
          </a:xfrm>
          <a:prstGeom prst="roundRect">
            <a:avLst/>
          </a:prstGeom>
          <a:solidFill>
            <a:srgbClr val="ECF7E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377D55"/>
                </a:solidFill>
              </a:defRPr>
            </a:pPr>
            <a:r>
              <a:t>Proposed contribution</a:t>
            </a:r>
          </a:p>
          <a:p>
            <a:pPr>
              <a:spcAft>
                <a:spcPts val="400"/>
              </a:spcAft>
              <a:defRPr sz="1500">
                <a:solidFill>
                  <a:srgbClr val="232632"/>
                </a:solidFill>
              </a:defRPr>
            </a:pPr>
            <a:r>
              <a:t>A lightweight and interpretable cloud scheduling simulator that demonstrates performance–cost trade-offs and adaptive recovery under changing workloads.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19. How to explain it in the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Short answers the team can use when ma'am asks “what is new?”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34924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What is the project?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A cloud workflow scheduler that starts with HEFT, improves the schedule using local search, and adapts assignments when simulated cloud conditions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349240" cy="141732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What is the novelty?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We add multi-objective cost awareness and dynamic selective re-optimization to the HEFT/local-search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534924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Why not just use HEFT?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HEFT is a one-shot heuristic; it does not revisit decisions when the workload or VM state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80360"/>
            <a:ext cx="5349240" cy="141732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Why not use a heavy meta-heuristic?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Our goal is a lightweight, interpretable course-level optimizer with controlled computational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617720"/>
            <a:ext cx="534924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How is cost calculated?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Using an estimated VM usage/rate model in simulation; the project does not claim to reproduce real provider billing exactly.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17720"/>
            <a:ext cx="5349240" cy="1417320"/>
          </a:xfrm>
          <a:prstGeom prst="roundRect">
            <a:avLst/>
          </a:prstGeom>
          <a:solidFill>
            <a:srgbClr val="EEF1FC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600"/>
              </a:spcAft>
              <a:defRPr sz="1700" b="1">
                <a:solidFill>
                  <a:srgbClr val="2D3787"/>
                </a:solidFill>
              </a:defRPr>
            </a:pPr>
            <a:r>
              <a:t>How do you prove novelty?</a:t>
            </a:r>
          </a:p>
          <a:p>
            <a:pPr>
              <a:spcAft>
                <a:spcPts val="400"/>
              </a:spcAft>
              <a:defRPr sz="1300">
                <a:solidFill>
                  <a:srgbClr val="232632"/>
                </a:solidFill>
              </a:defRPr>
            </a:pPr>
            <a:r>
              <a:t>By comparing static and dynamic workloads, measuring cost–performance trade-offs and adaptation overhead, and performing ablation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3787"/>
                </a:solidFill>
              </a:defRPr>
            </a:pPr>
            <a:r>
              <a:t>20. Source basis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E7D"/>
                </a:solidFill>
              </a:defRPr>
            </a:pPr>
            <a:r>
              <a:t>This proposal extends the material in the original project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663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Original project: “Cloud-Aware Task Scheduling Optimizer — Improving Workflow Scheduling on Heterogeneous Cloud VMs using an Iterative Local-Search Enhancement of HEFT.”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Original problem formulation: DAG workflow + heterogeneous VMs; minimize makespan while respecting precedence and communication constraints.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Original literature gap: HEFT is static; other improvements include clustering, meta-heuristics and deep learning, with different trade-offs.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Original base-paper implementation plan: random DAG generator, classical HEFT, local-search refinement, benchmark suite, backend API and frontend.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This new proposal adds two project-level contributions on top of that foundation: cost-aware multi-objective evaluation and dynamic selective re-optimization.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32632"/>
                </a:solidFill>
              </a:defRPr>
            </a:pPr>
            <a:r>
              <a:t>• Important scope: dynamic behavior and VM pricing are simulated. They should be presented as controlled experimental models, not as direct measurements of AWS/Azure/GCP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D3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572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E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